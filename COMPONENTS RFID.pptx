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20EF6-B1B3-1B40-725A-4312C3133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E12B34-7EF2-1895-E6F6-1983CB8552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3BB7D-A200-F37F-0D39-A1F4ADFB0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CFB6-4AA4-46EB-B183-589DB410A52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2D19B-95EF-1610-D0F8-50402E47A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D6404-66AE-3A92-1118-FFF4AFABB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1B1BA-79AF-49D1-A17F-6F456B2EF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23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A610E-8393-BAF6-11EA-20B520F0C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3AEA2-6631-AA9C-AC34-D4A8029E2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DDAA6-D134-0C83-76DE-2AEB9E19D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CFB6-4AA4-46EB-B183-589DB410A52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79F7A-D48E-DC0B-D355-81F11F956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5D7A6-B7F4-40F1-4FA9-6887AA5F8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1B1BA-79AF-49D1-A17F-6F456B2EF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555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B963C-05ED-7C00-92C7-E8B8367DD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9B3D3-D0AA-81FA-9D54-640A43307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D43E5-4150-A914-35FB-D97B56894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CFB6-4AA4-46EB-B183-589DB410A52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E1A1C-1931-FA97-1527-21A9383BE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0DDA8-46F2-7446-E000-A67561CA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1B1BA-79AF-49D1-A17F-6F456B2EF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221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E9368-9D63-98A5-F3D2-5218142E4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6A66A-6542-5A4F-40B0-9233BDD9B4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AAF441-9DD8-800D-9C91-A78CACF9F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BAFB6-07D3-A010-01D9-0AACA463B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CFB6-4AA4-46EB-B183-589DB410A52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E9454-6836-CF32-D017-6F3C35153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336F0-C01D-EF08-5155-9638D5681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1B1BA-79AF-49D1-A17F-6F456B2EF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118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ED38A-04EC-4102-E387-51DD3422F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65D7B-1743-EF8D-5E4D-106F59BA4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6A33FF-93F3-B2FB-EC5D-288DE273C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242DE2-DA70-DE49-6C15-6995E7DDC3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B820F-C38D-E06A-09EB-1759482F7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61833E-F28D-97F7-F351-CEA2535C0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CFB6-4AA4-46EB-B183-589DB410A52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A37A56-D0C8-F69B-31DD-C2421F2B6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00B1B2-94D7-BC42-480A-30D58FE91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1B1BA-79AF-49D1-A17F-6F456B2EF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850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D6375-CA47-274B-943D-5206773CA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DA5EA1-0162-7F2A-9F77-3B059FEFA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CFB6-4AA4-46EB-B183-589DB410A52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5FF952-5080-872A-3627-508A9642B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60FB12-522F-0A78-9936-2BAD17D33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1B1BA-79AF-49D1-A17F-6F456B2EF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05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257A7B-6F15-7C25-2FD9-50CE95813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CFB6-4AA4-46EB-B183-589DB410A52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804207-BF42-4F52-E09C-F0A6BC911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405D7-0AB0-C893-81E3-9F39C7696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1B1BA-79AF-49D1-A17F-6F456B2EF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399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2736-929C-A9CF-0C5F-7909F31C7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CC13C-1B27-260E-90EA-D5E9A2C03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25A21F-8AC3-6D25-C3B8-2B3864B67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6DBC6-905E-7CCE-7F17-A2BE7F5B9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CFB6-4AA4-46EB-B183-589DB410A52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091AD-93C4-7493-CA53-EA8CC2927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514AD-70F6-F24F-EA09-EEC57BBA7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1B1BA-79AF-49D1-A17F-6F456B2EF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319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7A7C4-AB89-6EE3-42CC-FACFBD7C6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7495C2-1D81-74FB-3508-5312B5D376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D1C452-6A9E-E195-528F-91BD048C2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3A8D0-E7EA-0365-A805-357A4F0C9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CFB6-4AA4-46EB-B183-589DB410A52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AB4C2D-43A1-CAC0-8137-ED876F744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F6C3E-48B5-813D-0942-5D3252BAC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1B1BA-79AF-49D1-A17F-6F456B2EF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07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B5DAE-36A7-8D9E-5E7C-723AC15F9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39350F-B668-2E22-B4E2-C46F6BBF1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859ED-A88A-B46B-B3EA-8DADEDCEF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CFB6-4AA4-46EB-B183-589DB410A52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FF2F9-7320-0267-815B-4660BA95E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65FBD-0A08-29EE-B9D4-70D989FA4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1B1BA-79AF-49D1-A17F-6F456B2EF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688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FC54CF-AF2D-8659-B593-3FD1EA60A8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A9D260-392F-728C-B50D-FD748FC9C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527CC-0E5A-FBF5-EDDF-31E45140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CFB6-4AA4-46EB-B183-589DB410A52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14320-DD21-3E7E-5159-C8A59EF75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6FD88-752D-1A17-2180-98D1D7603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1B1BA-79AF-49D1-A17F-6F456B2EF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60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30088E-B50F-388D-01CA-E3ACF7AF9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F3E95-0A26-44AE-A75A-1A81300F4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E86E6-3D83-5DC4-9C0E-5E8F2D176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ECFB6-4AA4-46EB-B183-589DB410A52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49E2A-ECF9-C7BC-622E-C3DC52DC6C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6CDCC-88A2-B21B-277F-7828874D6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1B1BA-79AF-49D1-A17F-6F456B2EF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039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56F6D-F3CC-EED0-7B14-ADCC304D29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RFID ATTENDENCE SYSTEM COMPONENTS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0F6E4-CADF-7BD0-7B9C-03FA0A8EDA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9249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694FC8-9268-4FA2-45DB-2F29F9D84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154" y="461962"/>
            <a:ext cx="10761783" cy="593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542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45C9FD-BBE4-A149-4D2E-958098AEA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712" y="465991"/>
            <a:ext cx="8484576" cy="549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320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5953F6-5893-ADB6-88CB-C9BA5ACCA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737" y="87924"/>
            <a:ext cx="7095393" cy="665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35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9223CA-4562-0FD1-B0AD-86A2AA8E67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46" y="96715"/>
            <a:ext cx="11931162" cy="647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02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5302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RFID ATTENDENCE SYSTEM COMPONENTS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e</dc:creator>
  <cp:lastModifiedBy>ajay e</cp:lastModifiedBy>
  <cp:revision>1</cp:revision>
  <dcterms:created xsi:type="dcterms:W3CDTF">2026-07-22T17:14:55Z</dcterms:created>
  <dcterms:modified xsi:type="dcterms:W3CDTF">2026-07-22T17:25:44Z</dcterms:modified>
</cp:coreProperties>
</file>