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25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RFID Attendance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Project 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924363-F51B-4806-9F46-A4B946D6F67F}"/>
              </a:ext>
            </a:extLst>
          </p:cNvPr>
          <p:cNvSpPr txBox="1"/>
          <p:nvPr/>
        </p:nvSpPr>
        <p:spPr>
          <a:xfrm flipH="1">
            <a:off x="4941276" y="4762500"/>
            <a:ext cx="40356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PRESENTED BY</a:t>
            </a:r>
          </a:p>
          <a:p>
            <a:r>
              <a:rPr lang="en-IN" dirty="0"/>
              <a:t>                       YARVA MAHESH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125415" y="879232"/>
            <a:ext cx="9812215" cy="5246932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pPr lvl="3">
              <a:defRPr sz="2400"/>
            </a:pPr>
            <a:r>
              <a:rPr dirty="0"/>
              <a:t>RFID automates attendance using RFID tags, RC522 reader and Arduino Uno.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• Automate attendance</a:t>
            </a:r>
          </a:p>
          <a:p>
            <a:pPr>
              <a:defRPr sz="2400"/>
            </a:pPr>
            <a:r>
              <a:t>• Reduce manual work</a:t>
            </a:r>
          </a:p>
          <a:p>
            <a:pPr>
              <a:defRPr sz="2400"/>
            </a:pPr>
            <a:r>
              <a:t>• Improve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Arduino Uno</a:t>
            </a:r>
          </a:p>
          <a:p>
            <a:pPr>
              <a:defRPr sz="2400"/>
            </a:pPr>
            <a:r>
              <a:t>RC522 RFID Reader</a:t>
            </a:r>
          </a:p>
          <a:p>
            <a:pPr>
              <a:defRPr sz="2400"/>
            </a:pPr>
            <a:r>
              <a:t>RFID Cards</a:t>
            </a:r>
          </a:p>
          <a:p>
            <a:pPr>
              <a:defRPr sz="2400"/>
            </a:pPr>
            <a:r>
              <a:t>16x2 LCD</a:t>
            </a:r>
          </a:p>
          <a:p>
            <a:pPr>
              <a:defRPr sz="2400"/>
            </a:pPr>
            <a:r>
              <a:t>Green LED</a:t>
            </a:r>
          </a:p>
          <a:p>
            <a:pPr>
              <a:defRPr sz="2400"/>
            </a:pPr>
            <a:r>
              <a:t>Red LED</a:t>
            </a:r>
          </a:p>
          <a:p>
            <a:pPr>
              <a:defRPr sz="2400"/>
            </a:pPr>
            <a:r>
              <a:t>Buzzer</a:t>
            </a:r>
          </a:p>
          <a:p>
            <a:pPr>
              <a:defRPr sz="2400"/>
            </a:pPr>
            <a:r>
              <a:t>Power Supply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RFID Card → RC522 → Arduino Uno → LCD / LEDs / Buzzer</a:t>
            </a:r>
          </a:p>
        </p:txBody>
      </p:sp>
      <p:pic>
        <p:nvPicPr>
          <p:cNvPr id="4" name="Picture 3" descr="RFID Based Attendance System with Database Management using ...">
            <a:extLst>
              <a:ext uri="{FF2B5EF4-FFF2-40B4-BE49-F238E27FC236}">
                <a16:creationId xmlns:a16="http://schemas.microsoft.com/office/drawing/2014/main" id="{320C0B17-5F47-1BF6-BDB2-74C1260F3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31" y="2690446"/>
            <a:ext cx="8229600" cy="40708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489BE-D421-4B55-234F-8C8AB8B49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DIAGRAM</a:t>
            </a:r>
            <a:endParaRPr lang="en-IN" dirty="0"/>
          </a:p>
        </p:txBody>
      </p:sp>
      <p:pic>
        <p:nvPicPr>
          <p:cNvPr id="6" name="Picture 5" descr="RFID based attendance system | Major project Attendance system">
            <a:extLst>
              <a:ext uri="{FF2B5EF4-FFF2-40B4-BE49-F238E27FC236}">
                <a16:creationId xmlns:a16="http://schemas.microsoft.com/office/drawing/2014/main" id="{5245F590-D59E-4304-78CF-8B624AD92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56196"/>
            <a:ext cx="8229600" cy="515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41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Scan card → Read UID → Compare UID → Valid: mark attendance &amp; green LED</a:t>
            </a:r>
          </a:p>
          <a:p>
            <a:pPr>
              <a:defRPr sz="2400"/>
            </a:pPr>
            <a:r>
              <a:t>Invalid: red LED &amp; buzzer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/>
            </a:pPr>
            <a:r>
              <a:rPr dirty="0"/>
              <a:t>Schools</a:t>
            </a:r>
            <a:endParaRPr lang="en-US" dirty="0"/>
          </a:p>
          <a:p>
            <a:pPr>
              <a:defRPr sz="2400"/>
            </a:pPr>
            <a:r>
              <a:rPr dirty="0"/>
              <a:t> Colleges</a:t>
            </a:r>
            <a:endParaRPr lang="en-US" dirty="0"/>
          </a:p>
          <a:p>
            <a:pPr>
              <a:defRPr sz="2400"/>
            </a:pPr>
            <a:r>
              <a:rPr dirty="0"/>
              <a:t> Offices</a:t>
            </a:r>
            <a:endParaRPr lang="en-US" dirty="0"/>
          </a:p>
          <a:p>
            <a:pPr>
              <a:defRPr sz="2400"/>
            </a:pPr>
            <a:r>
              <a:rPr dirty="0"/>
              <a:t>Libraries</a:t>
            </a:r>
            <a:endParaRPr lang="en-US" dirty="0"/>
          </a:p>
          <a:p>
            <a:pPr>
              <a:defRPr sz="2400"/>
            </a:pPr>
            <a:r>
              <a:rPr dirty="0"/>
              <a:t>Industries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/>
            </a:pPr>
            <a:r>
              <a:rPr dirty="0"/>
              <a:t>Fast</a:t>
            </a:r>
            <a:endParaRPr lang="en-US" dirty="0"/>
          </a:p>
          <a:p>
            <a:pPr>
              <a:defRPr sz="2400"/>
            </a:pPr>
            <a:r>
              <a:rPr dirty="0"/>
              <a:t>Accurate</a:t>
            </a:r>
            <a:endParaRPr lang="en-US" dirty="0"/>
          </a:p>
          <a:p>
            <a:pPr>
              <a:defRPr sz="2400"/>
            </a:pPr>
            <a:r>
              <a:rPr dirty="0"/>
              <a:t>Paperless</a:t>
            </a:r>
            <a:endParaRPr lang="en-US" dirty="0"/>
          </a:p>
          <a:p>
            <a:pPr>
              <a:defRPr sz="2400"/>
            </a:pPr>
            <a:r>
              <a:rPr dirty="0"/>
              <a:t>Low Cost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RFID provides an efficient and reliable attendance 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I Thank You Template for PowerPoint and Google Slides - SlideChef">
            <a:extLst>
              <a:ext uri="{FF2B5EF4-FFF2-40B4-BE49-F238E27FC236}">
                <a16:creationId xmlns:a16="http://schemas.microsoft.com/office/drawing/2014/main" id="{8D93460B-F36D-C719-AD62-EEDB961BA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53" y="527539"/>
            <a:ext cx="7913077" cy="578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6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116</Words>
  <Application>Microsoft Office PowerPoint</Application>
  <PresentationFormat>On-screen Show (4:3)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RFID Attendance System</vt:lpstr>
      <vt:lpstr>Introduction</vt:lpstr>
      <vt:lpstr>Objectives</vt:lpstr>
      <vt:lpstr>Components</vt:lpstr>
      <vt:lpstr>Block Diagram</vt:lpstr>
      <vt:lpstr>CIRCUIT DIAGRAM</vt:lpstr>
      <vt:lpstr>Working</vt:lpstr>
      <vt:lpstr>Applications</vt:lpstr>
      <vt:lpstr>Advantages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ajay e</cp:lastModifiedBy>
  <cp:revision>2</cp:revision>
  <dcterms:created xsi:type="dcterms:W3CDTF">2013-01-27T09:14:16Z</dcterms:created>
  <dcterms:modified xsi:type="dcterms:W3CDTF">2026-07-16T13:23:19Z</dcterms:modified>
  <cp:category/>
</cp:coreProperties>
</file>